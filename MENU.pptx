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5" r:id="rId4"/>
    <p:sldId id="266" r:id="rId5"/>
    <p:sldId id="259" r:id="rId6"/>
    <p:sldId id="260" r:id="rId7"/>
    <p:sldId id="268" r:id="rId8"/>
    <p:sldId id="261" r:id="rId9"/>
    <p:sldId id="271" r:id="rId10"/>
    <p:sldId id="264" r:id="rId11"/>
    <p:sldId id="263" r:id="rId12"/>
    <p:sldId id="273" r:id="rId13"/>
    <p:sldId id="272" r:id="rId14"/>
    <p:sldId id="267" r:id="rId15"/>
    <p:sldId id="274" r:id="rId16"/>
    <p:sldId id="275" r:id="rId17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89016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8927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620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269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4911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19404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11657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3019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96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71640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83907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0F6D0-F9CB-4867-9D58-EA6964551417}" type="datetimeFigureOut">
              <a:rPr lang="pl-PL" smtClean="0"/>
              <a:t>15.01.2026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2AEA9A-204B-4378-8D04-1B5F5E7FDC2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0165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smtClean="0">
                <a:latin typeface="Bahnschrift SemiBold SemiConden" panose="020B0502040204020203" pitchFamily="34" charset="0"/>
              </a:rPr>
              <a:t>MENU</a:t>
            </a:r>
            <a:endParaRPr lang="pl-PL" dirty="0">
              <a:latin typeface="Bahnschrift SemiBold SemiConden" panose="020B0502040204020203" pitchFamily="34" charset="0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 smtClean="0">
                <a:latin typeface="Bahnschrift Light" panose="020B0502040204020203" pitchFamily="34" charset="0"/>
              </a:rPr>
              <a:t>Michał Żołdak, Jacek </a:t>
            </a:r>
            <a:r>
              <a:rPr lang="pl-PL" dirty="0" err="1" smtClean="0">
                <a:latin typeface="Bahnschrift Light" panose="020B0502040204020203" pitchFamily="34" charset="0"/>
              </a:rPr>
              <a:t>Drożdżowski</a:t>
            </a:r>
            <a:endParaRPr lang="pl-PL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569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Czym jest menu?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  <a:t>Menu to element nawigacyjny strony internetowej, który umożliwia użytkownikowi poruszanie się pomiędzy podstronami.</a:t>
            </a:r>
            <a:b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  <a:t>Zawiera linki do najważniejszych sekcji serwisu i ułatwia szybkie odnalezienie informacji.</a:t>
            </a:r>
            <a:b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  <a:t>Jest jednym z kluczowych elementów interfejsu użytkownika w aplikacjach front-</a:t>
            </a:r>
            <a:r>
              <a:rPr lang="pl-PL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endowych</a:t>
            </a:r>
            <a:r>
              <a:rPr lang="pl-PL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637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Czego używamy do tworzenia menu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smtClean="0"/>
              <a:t>HTML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l-PL" dirty="0" smtClean="0"/>
              <a:t>&lt;</a:t>
            </a:r>
            <a:r>
              <a:rPr lang="pl-PL" dirty="0" err="1" smtClean="0"/>
              <a:t>nav</a:t>
            </a:r>
            <a:r>
              <a:rPr lang="pl-PL" dirty="0" smtClean="0"/>
              <a:t>&gt;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l-PL" dirty="0" smtClean="0"/>
              <a:t>&lt;ul&gt;, &lt;li&gt;, &lt;a&gt;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l-PL" dirty="0"/>
          </a:p>
        </p:txBody>
      </p:sp>
      <p:sp>
        <p:nvSpPr>
          <p:cNvPr id="4" name="Symbol zastępczy zawartości 2"/>
          <p:cNvSpPr txBox="1">
            <a:spLocks/>
          </p:cNvSpPr>
          <p:nvPr/>
        </p:nvSpPr>
        <p:spPr>
          <a:xfrm>
            <a:off x="838200" y="312755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 smtClean="0"/>
              <a:t>CSS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l-PL" dirty="0" err="1" smtClean="0"/>
              <a:t>flex</a:t>
            </a:r>
            <a:endParaRPr lang="pl-PL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l-PL" dirty="0" err="1" smtClean="0"/>
              <a:t>Position</a:t>
            </a:r>
            <a:endParaRPr lang="pl-PL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l-PL" dirty="0" err="1" smtClean="0"/>
              <a:t>hover</a:t>
            </a:r>
            <a:endParaRPr lang="pl-PL" dirty="0" smtClean="0"/>
          </a:p>
          <a:p>
            <a:pPr lvl="1">
              <a:buFont typeface="Wingdings" panose="05000000000000000000" pitchFamily="2" charset="2"/>
              <a:buChar char="§"/>
            </a:pPr>
            <a:endParaRPr lang="pl-PL" dirty="0"/>
          </a:p>
        </p:txBody>
      </p:sp>
      <p:pic>
        <p:nvPicPr>
          <p:cNvPr id="1026" name="Picture 2" descr="Html5 - Free Icon PNG, SV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392" y="1825625"/>
            <a:ext cx="454025" cy="45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ile:CSS3 logo and wordmark.svg - Wikimedia Common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47"/>
          <a:stretch/>
        </p:blipFill>
        <p:spPr bwMode="auto">
          <a:xfrm>
            <a:off x="1820790" y="3203639"/>
            <a:ext cx="324266" cy="37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1166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Przykładowa struktura menu</a:t>
            </a:r>
            <a:endParaRPr lang="pl-PL" sz="4000" dirty="0">
              <a:latin typeface="Impact" panose="020B0806030902050204" pitchFamily="34" charset="0"/>
            </a:endParaRPr>
          </a:p>
        </p:txBody>
      </p:sp>
      <p:pic>
        <p:nvPicPr>
          <p:cNvPr id="4" name="Symbol zastępczy zawartości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34974"/>
            <a:ext cx="3789174" cy="2714924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344" y="2434974"/>
            <a:ext cx="6182256" cy="271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02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6000" dirty="0" smtClean="0">
                <a:latin typeface="Impact" panose="020B0806030902050204" pitchFamily="34" charset="0"/>
              </a:rPr>
              <a:t>Rodzaje menu</a:t>
            </a:r>
            <a:endParaRPr lang="pl-PL" sz="60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392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7" y="752737"/>
            <a:ext cx="11351245" cy="54242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199" y="1035685"/>
            <a:ext cx="10515600" cy="1325563"/>
          </a:xfrm>
        </p:spPr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poziome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199" y="2093437"/>
            <a:ext cx="105156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Ułożone w jednym wierszu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Najczęściej na górze strony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Popularne w stronach firmowych i blogach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Zalety: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Zajmuje mało miejsca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Czytelne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Łatwe w obsłudze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Wady: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Ograniczona liczba elementów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Słabo widoczne na małych ekranach (bez RWD)</a:t>
            </a:r>
          </a:p>
          <a:p>
            <a:pPr>
              <a:buFont typeface="Wingdings" panose="05000000000000000000" pitchFamily="2" charset="2"/>
              <a:buChar char="Ø"/>
            </a:pPr>
            <a:endParaRPr lang="pl-PL" sz="2000" dirty="0" smtClean="0"/>
          </a:p>
        </p:txBody>
      </p:sp>
    </p:spTree>
    <p:extLst>
      <p:ext uri="{BB962C8B-B14F-4D97-AF65-F5344CB8AC3E}">
        <p14:creationId xmlns:p14="http://schemas.microsoft.com/office/powerpoint/2010/main" val="1820963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poziome - ćwiczenie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Stwórz menu poziome z linkami:</a:t>
            </a:r>
          </a:p>
          <a:p>
            <a:pPr lvl="1"/>
            <a:r>
              <a:rPr lang="pl-PL" dirty="0" smtClean="0"/>
              <a:t>Start</a:t>
            </a:r>
          </a:p>
          <a:p>
            <a:pPr lvl="1"/>
            <a:r>
              <a:rPr lang="pl-PL" dirty="0" smtClean="0"/>
              <a:t>Oferta</a:t>
            </a:r>
          </a:p>
          <a:p>
            <a:pPr lvl="1"/>
            <a:r>
              <a:rPr lang="pl-PL" dirty="0" smtClean="0"/>
              <a:t>Galeria</a:t>
            </a:r>
          </a:p>
          <a:p>
            <a:pPr lvl="1"/>
            <a:r>
              <a:rPr lang="pl-PL" dirty="0" smtClean="0"/>
              <a:t>Kontakt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Menu na górze strony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Po najechaniu na link zmienia się kolor jego tła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Każda osoba ma wybrać własny kolor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Z</a:t>
            </a:r>
            <a:r>
              <a:rPr lang="pl-PL" dirty="0" smtClean="0"/>
              <a:t>naczniki semantyczne </a:t>
            </a:r>
            <a:r>
              <a:rPr lang="pl-PL" dirty="0" err="1" smtClean="0"/>
              <a:t>html</a:t>
            </a:r>
            <a:endParaRPr lang="pl-PL" dirty="0" smtClean="0"/>
          </a:p>
        </p:txBody>
      </p:sp>
    </p:spTree>
    <p:extLst>
      <p:ext uri="{BB962C8B-B14F-4D97-AF65-F5344CB8AC3E}">
        <p14:creationId xmlns:p14="http://schemas.microsoft.com/office/powerpoint/2010/main" val="2088377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az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18" y="708124"/>
            <a:ext cx="11351245" cy="543605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2292532" y="547016"/>
            <a:ext cx="10515600" cy="1325563"/>
          </a:xfrm>
        </p:spPr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pionowe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4" name="Symbol zastępczy zawartości 2"/>
          <p:cNvSpPr>
            <a:spLocks noGrp="1"/>
          </p:cNvSpPr>
          <p:nvPr>
            <p:ph idx="1"/>
          </p:nvPr>
        </p:nvSpPr>
        <p:spPr>
          <a:xfrm>
            <a:off x="2292532" y="1641801"/>
            <a:ext cx="105156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Ułożone w kolumnie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Najczęściej po lewej lub prawej stronie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Zalety: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Dużo miejsca na linki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Dobre dla paneli administracyjnych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Wady: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Ogranicza miejsce na treść strony</a:t>
            </a:r>
          </a:p>
          <a:p>
            <a:pPr>
              <a:buFont typeface="Wingdings" panose="05000000000000000000" pitchFamily="2" charset="2"/>
              <a:buChar char="Ø"/>
            </a:pPr>
            <a:endParaRPr lang="pl-PL" sz="2000" dirty="0" smtClean="0"/>
          </a:p>
        </p:txBody>
      </p:sp>
    </p:spTree>
    <p:extLst>
      <p:ext uri="{BB962C8B-B14F-4D97-AF65-F5344CB8AC3E}">
        <p14:creationId xmlns:p14="http://schemas.microsoft.com/office/powerpoint/2010/main" val="1320418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pionowe - ćwiczenie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Stwórz menu pionowe z linkami:</a:t>
            </a:r>
          </a:p>
          <a:p>
            <a:pPr lvl="1"/>
            <a:r>
              <a:rPr lang="pl-PL" dirty="0" smtClean="0"/>
              <a:t>Panel</a:t>
            </a:r>
          </a:p>
          <a:p>
            <a:pPr lvl="1"/>
            <a:r>
              <a:rPr lang="pl-PL" dirty="0" smtClean="0"/>
              <a:t>Użytkownicy</a:t>
            </a:r>
          </a:p>
          <a:p>
            <a:pPr lvl="1"/>
            <a:r>
              <a:rPr lang="pl-PL" dirty="0" smtClean="0"/>
              <a:t>Ustawienia</a:t>
            </a:r>
          </a:p>
          <a:p>
            <a:pPr lvl="1"/>
            <a:r>
              <a:rPr lang="pl-PL" dirty="0" smtClean="0"/>
              <a:t>Wyloguj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Menu po lewej stronie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Ma być treść strony, która znajduje się obok menu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Każda osoba ma wybrać własny kolor tematyczny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Stała szerokość, menu w tym samym miejscu podczas </a:t>
            </a:r>
            <a:r>
              <a:rPr lang="pl-PL" dirty="0" err="1" smtClean="0"/>
              <a:t>scrolla</a:t>
            </a:r>
            <a:endParaRPr lang="pl-PL" dirty="0" smtClean="0"/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Link „wyloguj” na samym końcu menu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Z</a:t>
            </a:r>
            <a:r>
              <a:rPr lang="pl-PL" dirty="0" smtClean="0"/>
              <a:t>naczniki semantyczne </a:t>
            </a:r>
            <a:r>
              <a:rPr lang="pl-PL" dirty="0" err="1" smtClean="0"/>
              <a:t>html</a:t>
            </a:r>
            <a:endParaRPr lang="pl-PL" dirty="0" smtClean="0"/>
          </a:p>
        </p:txBody>
      </p:sp>
    </p:spTree>
    <p:extLst>
      <p:ext uri="{BB962C8B-B14F-4D97-AF65-F5344CB8AC3E}">
        <p14:creationId xmlns:p14="http://schemas.microsoft.com/office/powerpoint/2010/main" val="127984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Porównanie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l-PL" sz="4300" dirty="0" smtClean="0">
                <a:latin typeface="Impact" panose="020B0806030902050204" pitchFamily="34" charset="0"/>
              </a:rPr>
              <a:t>Menu poziome:</a:t>
            </a:r>
          </a:p>
          <a:p>
            <a:pPr lvl="1"/>
            <a:r>
              <a:rPr lang="pl-PL" dirty="0" smtClean="0"/>
              <a:t>Gdzie się używa</a:t>
            </a:r>
            <a:r>
              <a:rPr lang="pl-PL" b="1" dirty="0" smtClean="0"/>
              <a:t>:</a:t>
            </a:r>
            <a:endParaRPr lang="pl-PL" dirty="0" smtClean="0"/>
          </a:p>
          <a:p>
            <a:pPr lvl="2"/>
            <a:r>
              <a:rPr lang="pl-PL" dirty="0" smtClean="0"/>
              <a:t>strony firmowe</a:t>
            </a:r>
          </a:p>
          <a:p>
            <a:pPr lvl="2"/>
            <a:r>
              <a:rPr lang="pl-PL" dirty="0" smtClean="0"/>
              <a:t>blogi</a:t>
            </a:r>
          </a:p>
          <a:p>
            <a:pPr lvl="2"/>
            <a:r>
              <a:rPr lang="pl-PL" dirty="0" smtClean="0"/>
              <a:t>strony wizytówki</a:t>
            </a:r>
          </a:p>
          <a:p>
            <a:pPr lvl="2"/>
            <a:r>
              <a:rPr lang="pl-PL" dirty="0" smtClean="0"/>
              <a:t>sklepy internetowe (główna nawigacja)</a:t>
            </a:r>
          </a:p>
          <a:p>
            <a:pPr lvl="1"/>
            <a:r>
              <a:rPr lang="pl-PL" dirty="0" smtClean="0"/>
              <a:t>Charakterystyka:</a:t>
            </a:r>
          </a:p>
          <a:p>
            <a:pPr lvl="2"/>
            <a:r>
              <a:rPr lang="pl-PL" dirty="0" smtClean="0"/>
              <a:t>ułożone w jednym wierszu</a:t>
            </a:r>
          </a:p>
          <a:p>
            <a:pPr lvl="2"/>
            <a:r>
              <a:rPr lang="pl-PL" dirty="0" smtClean="0"/>
              <a:t>najczęściej na górze strony</a:t>
            </a:r>
          </a:p>
          <a:p>
            <a:pPr lvl="2"/>
            <a:r>
              <a:rPr lang="pl-PL" dirty="0" smtClean="0"/>
              <a:t>przejrzyste i intuicyjne</a:t>
            </a:r>
          </a:p>
          <a:p>
            <a:pPr lvl="1"/>
            <a:r>
              <a:rPr lang="pl-PL" dirty="0" smtClean="0"/>
              <a:t>Kiedy wybrać:</a:t>
            </a:r>
          </a:p>
          <a:p>
            <a:pPr lvl="2"/>
            <a:r>
              <a:rPr lang="pl-PL" dirty="0" smtClean="0"/>
              <a:t>gdy jest mało kategorii</a:t>
            </a:r>
          </a:p>
          <a:p>
            <a:pPr lvl="2"/>
            <a:r>
              <a:rPr lang="pl-PL" dirty="0" smtClean="0"/>
              <a:t>gdy zależy nam na prostocie i estetyce</a:t>
            </a:r>
          </a:p>
          <a:p>
            <a:endParaRPr lang="pl-PL" dirty="0" smtClean="0"/>
          </a:p>
          <a:p>
            <a:endParaRPr lang="pl-PL" dirty="0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l-PL" sz="4300" dirty="0" smtClean="0">
                <a:latin typeface="Impact" panose="020B0806030902050204" pitchFamily="34" charset="0"/>
              </a:rPr>
              <a:t>Menu pionowe:</a:t>
            </a:r>
          </a:p>
          <a:p>
            <a:pPr lvl="1"/>
            <a:r>
              <a:rPr lang="pl-PL" dirty="0" smtClean="0"/>
              <a:t>Gdzie się używa</a:t>
            </a:r>
            <a:r>
              <a:rPr lang="pl-PL" b="1" dirty="0" smtClean="0"/>
              <a:t>:</a:t>
            </a:r>
            <a:endParaRPr lang="pl-PL" dirty="0" smtClean="0"/>
          </a:p>
          <a:p>
            <a:pPr lvl="2"/>
            <a:r>
              <a:rPr lang="pl-PL" dirty="0" smtClean="0"/>
              <a:t>Panele administracyjne</a:t>
            </a:r>
          </a:p>
          <a:p>
            <a:pPr lvl="2"/>
            <a:r>
              <a:rPr lang="pl-PL" dirty="0" smtClean="0"/>
              <a:t>Aplikacje webowe</a:t>
            </a:r>
          </a:p>
          <a:p>
            <a:pPr lvl="2"/>
            <a:r>
              <a:rPr lang="pl-PL" dirty="0" err="1" smtClean="0"/>
              <a:t>dashboardy</a:t>
            </a:r>
            <a:endParaRPr lang="pl-PL" dirty="0" smtClean="0"/>
          </a:p>
          <a:p>
            <a:pPr lvl="1"/>
            <a:r>
              <a:rPr lang="pl-PL" dirty="0" smtClean="0"/>
              <a:t>Charakterystyka:</a:t>
            </a:r>
          </a:p>
          <a:p>
            <a:pPr lvl="2"/>
            <a:r>
              <a:rPr lang="pl-PL" dirty="0" smtClean="0"/>
              <a:t>ułożone w kolumnie</a:t>
            </a:r>
          </a:p>
          <a:p>
            <a:pPr lvl="2"/>
            <a:r>
              <a:rPr lang="pl-PL" dirty="0" smtClean="0"/>
              <a:t>najczęściej na boku strony</a:t>
            </a:r>
          </a:p>
          <a:p>
            <a:pPr lvl="2"/>
            <a:r>
              <a:rPr lang="pl-PL" dirty="0" smtClean="0"/>
              <a:t>Umożliwia dużą liczbę linków</a:t>
            </a:r>
          </a:p>
          <a:p>
            <a:pPr lvl="1"/>
            <a:r>
              <a:rPr lang="pl-PL" dirty="0" smtClean="0"/>
              <a:t>Kiedy wybrać:</a:t>
            </a:r>
          </a:p>
          <a:p>
            <a:pPr lvl="2"/>
            <a:r>
              <a:rPr lang="pl-PL" dirty="0"/>
              <a:t>G</a:t>
            </a:r>
            <a:r>
              <a:rPr lang="pl-PL" dirty="0" smtClean="0"/>
              <a:t>dy strona ma rozbudowaną strukturę</a:t>
            </a:r>
          </a:p>
          <a:p>
            <a:pPr lvl="2"/>
            <a:r>
              <a:rPr lang="pl-PL" dirty="0" smtClean="0"/>
              <a:t>Gdy potrzebne jest stałe menu boczne</a:t>
            </a:r>
          </a:p>
          <a:p>
            <a:pPr marL="0" indent="0">
              <a:buNone/>
            </a:pPr>
            <a:endParaRPr lang="pl-PL" sz="47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022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wielopoziomowe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4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Menu z Podmenu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Elementy rozwijane po najechaniu lub kliknięciu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err="1" smtClean="0"/>
              <a:t>Dropdown</a:t>
            </a:r>
            <a:endParaRPr lang="pl-PL" sz="2400" dirty="0" smtClean="0"/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Zalety: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Dobra organizacja treści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Możliwość rozbudowanej nawigacji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sz="2400" dirty="0" smtClean="0"/>
              <a:t>Wady: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Trudniejsze w wykonaniu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600" dirty="0" smtClean="0"/>
              <a:t>Może być nieczytelne z nieodpowiednimi stylami</a:t>
            </a:r>
            <a:endParaRPr lang="pl-PL" sz="2000" dirty="0"/>
          </a:p>
          <a:p>
            <a:pPr lvl="1">
              <a:buFont typeface="Wingdings" panose="05000000000000000000" pitchFamily="2" charset="2"/>
              <a:buChar char="Ø"/>
            </a:pPr>
            <a:endParaRPr lang="pl-PL" sz="1600" dirty="0" smtClean="0"/>
          </a:p>
        </p:txBody>
      </p:sp>
    </p:spTree>
    <p:extLst>
      <p:ext uri="{BB962C8B-B14F-4D97-AF65-F5344CB8AC3E}">
        <p14:creationId xmlns:p14="http://schemas.microsoft.com/office/powerpoint/2010/main" val="2863585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Jak tworzyć menu wielopoziomowe?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Struktura HTML</a:t>
            </a:r>
          </a:p>
          <a:p>
            <a:pPr lvl="1"/>
            <a:r>
              <a:rPr lang="pl-PL" dirty="0" smtClean="0"/>
              <a:t>Użycie &lt;</a:t>
            </a:r>
            <a:r>
              <a:rPr lang="pl-PL" dirty="0" err="1" smtClean="0"/>
              <a:t>nav</a:t>
            </a:r>
            <a:r>
              <a:rPr lang="pl-PL" dirty="0" smtClean="0"/>
              <a:t>&gt;, &lt;ul&gt; oraz &lt;li&gt;</a:t>
            </a:r>
          </a:p>
          <a:p>
            <a:pPr lvl="1"/>
            <a:r>
              <a:rPr lang="pl-PL" dirty="0" smtClean="0"/>
              <a:t>Zagnieżdżanie list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Style CSS</a:t>
            </a:r>
          </a:p>
          <a:p>
            <a:pPr lvl="1"/>
            <a:r>
              <a:rPr lang="pl-PL" dirty="0" err="1" smtClean="0"/>
              <a:t>Flex</a:t>
            </a:r>
            <a:endParaRPr lang="pl-PL" dirty="0" smtClean="0"/>
          </a:p>
          <a:p>
            <a:pPr lvl="1"/>
            <a:r>
              <a:rPr lang="pl-PL" dirty="0" err="1" smtClean="0"/>
              <a:t>Position</a:t>
            </a:r>
            <a:r>
              <a:rPr lang="pl-PL" dirty="0" smtClean="0"/>
              <a:t> </a:t>
            </a:r>
            <a:r>
              <a:rPr lang="pl-PL" dirty="0" err="1" smtClean="0"/>
              <a:t>relative</a:t>
            </a:r>
            <a:r>
              <a:rPr lang="pl-PL" dirty="0" smtClean="0"/>
              <a:t> i </a:t>
            </a:r>
            <a:r>
              <a:rPr lang="pl-PL" dirty="0" err="1" smtClean="0"/>
              <a:t>absolute</a:t>
            </a:r>
            <a:endParaRPr lang="pl-PL" dirty="0" smtClean="0"/>
          </a:p>
          <a:p>
            <a:pPr lvl="1"/>
            <a:r>
              <a:rPr lang="pl-PL" dirty="0" smtClean="0"/>
              <a:t>Display </a:t>
            </a:r>
            <a:r>
              <a:rPr lang="pl-PL" dirty="0" err="1" smtClean="0"/>
              <a:t>none</a:t>
            </a:r>
            <a:endParaRPr lang="pl-PL" dirty="0" smtClean="0"/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Interakcja</a:t>
            </a:r>
          </a:p>
          <a:p>
            <a:pPr lvl="1"/>
            <a:r>
              <a:rPr lang="pl-PL" dirty="0" err="1" smtClean="0"/>
              <a:t>Hover</a:t>
            </a:r>
            <a:endParaRPr lang="pl-PL" dirty="0" smtClean="0"/>
          </a:p>
          <a:p>
            <a:pPr lvl="1"/>
            <a:r>
              <a:rPr lang="pl-PL" dirty="0" err="1" smtClean="0"/>
              <a:t>Eventlistener</a:t>
            </a:r>
            <a:r>
              <a:rPr lang="pl-PL" dirty="0" smtClean="0"/>
              <a:t> </a:t>
            </a:r>
            <a:r>
              <a:rPr lang="pl-PL" dirty="0" err="1" smtClean="0"/>
              <a:t>javascript</a:t>
            </a:r>
            <a:endParaRPr lang="pl-PL" dirty="0" smtClean="0"/>
          </a:p>
          <a:p>
            <a:pPr marL="514350" indent="-514350">
              <a:buFont typeface="+mj-lt"/>
              <a:buAutoNum type="arabicPeriod"/>
            </a:pPr>
            <a:endParaRPr lang="pl-PL" dirty="0" smtClean="0"/>
          </a:p>
          <a:p>
            <a:pPr lvl="1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46427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wielopoziomowe - ćwiczenie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Stwórz menu wielopoziomowe z linkami:</a:t>
            </a:r>
          </a:p>
          <a:p>
            <a:pPr lvl="1"/>
            <a:r>
              <a:rPr lang="pl-PL" dirty="0" smtClean="0"/>
              <a:t>Strona</a:t>
            </a:r>
          </a:p>
          <a:p>
            <a:pPr lvl="1"/>
            <a:r>
              <a:rPr lang="pl-PL" dirty="0" smtClean="0"/>
              <a:t>Oferta</a:t>
            </a:r>
          </a:p>
          <a:p>
            <a:pPr lvl="2"/>
            <a:r>
              <a:rPr lang="pl-PL" dirty="0" smtClean="0"/>
              <a:t>Strony WWW</a:t>
            </a:r>
          </a:p>
          <a:p>
            <a:pPr lvl="2"/>
            <a:r>
              <a:rPr lang="pl-PL" dirty="0" smtClean="0"/>
              <a:t>Hosting</a:t>
            </a:r>
          </a:p>
          <a:p>
            <a:pPr lvl="2"/>
            <a:r>
              <a:rPr lang="pl-PL" dirty="0" smtClean="0"/>
              <a:t>Serwery</a:t>
            </a:r>
          </a:p>
          <a:p>
            <a:pPr lvl="2"/>
            <a:r>
              <a:rPr lang="pl-PL" dirty="0" smtClean="0"/>
              <a:t>Bazy danych</a:t>
            </a:r>
          </a:p>
          <a:p>
            <a:pPr lvl="3"/>
            <a:r>
              <a:rPr lang="pl-PL" dirty="0" err="1" smtClean="0"/>
              <a:t>MongoDB</a:t>
            </a:r>
            <a:endParaRPr lang="pl-PL" dirty="0" smtClean="0"/>
          </a:p>
          <a:p>
            <a:pPr lvl="3"/>
            <a:r>
              <a:rPr lang="pl-PL" dirty="0" err="1" smtClean="0"/>
              <a:t>PostgreSQL</a:t>
            </a:r>
            <a:endParaRPr lang="pl-PL" dirty="0" smtClean="0"/>
          </a:p>
          <a:p>
            <a:pPr lvl="1"/>
            <a:r>
              <a:rPr lang="pl-PL" dirty="0" smtClean="0"/>
              <a:t>Koszyk</a:t>
            </a:r>
          </a:p>
          <a:p>
            <a:pPr lvl="1"/>
            <a:r>
              <a:rPr lang="pl-PL" dirty="0" smtClean="0"/>
              <a:t>Pomoc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Menu na górze strony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Każda osoba ma wybrać własny kolor tematyczny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Znaczniki semantyczne </a:t>
            </a:r>
            <a:r>
              <a:rPr lang="pl-PL" dirty="0" err="1" smtClean="0"/>
              <a:t>html</a:t>
            </a:r>
            <a:endParaRPr lang="pl-PL" dirty="0" smtClean="0"/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Podmenu pojawia się po najechaniu kursorem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Menu ma mieć animację</a:t>
            </a:r>
          </a:p>
        </p:txBody>
      </p:sp>
    </p:spTree>
    <p:extLst>
      <p:ext uri="{BB962C8B-B14F-4D97-AF65-F5344CB8AC3E}">
        <p14:creationId xmlns:p14="http://schemas.microsoft.com/office/powerpoint/2010/main" val="3920538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RWD Menu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pl-PL" dirty="0" smtClean="0"/>
              <a:t>Menu musi działać na: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Komputerach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Tabletach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Smartfonach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l-PL" dirty="0" smtClean="0"/>
              <a:t>Jak to zrobić?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Hamburger menu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Menu zwijane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dirty="0" smtClean="0"/>
              <a:t>Media </a:t>
            </a:r>
            <a:r>
              <a:rPr lang="pl-PL" dirty="0" err="1" smtClean="0"/>
              <a:t>query</a:t>
            </a:r>
            <a:endParaRPr lang="pl-PL" dirty="0" smtClean="0"/>
          </a:p>
        </p:txBody>
      </p:sp>
    </p:spTree>
    <p:extLst>
      <p:ext uri="{BB962C8B-B14F-4D97-AF65-F5344CB8AC3E}">
        <p14:creationId xmlns:p14="http://schemas.microsoft.com/office/powerpoint/2010/main" val="48447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smtClean="0">
                <a:latin typeface="Impact" panose="020B0806030902050204" pitchFamily="34" charset="0"/>
              </a:rPr>
              <a:t>Menu responsywne - ćwiczenie</a:t>
            </a:r>
            <a:endParaRPr lang="pl-PL" sz="4000" dirty="0">
              <a:latin typeface="Impact" panose="020B0806030902050204" pitchFamily="34" charset="0"/>
            </a:endParaRP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dirty="0" smtClean="0"/>
              <a:t>Stwórz menu poziome z linkami:</a:t>
            </a:r>
          </a:p>
          <a:p>
            <a:pPr lvl="1"/>
            <a:r>
              <a:rPr lang="pl-PL" dirty="0" smtClean="0"/>
              <a:t>Start</a:t>
            </a:r>
          </a:p>
          <a:p>
            <a:pPr lvl="1"/>
            <a:r>
              <a:rPr lang="pl-PL" dirty="0" smtClean="0"/>
              <a:t>Oferta</a:t>
            </a:r>
          </a:p>
          <a:p>
            <a:pPr lvl="1"/>
            <a:r>
              <a:rPr lang="pl-PL" dirty="0" smtClean="0"/>
              <a:t>Galeria</a:t>
            </a:r>
          </a:p>
          <a:p>
            <a:pPr lvl="1"/>
            <a:r>
              <a:rPr lang="pl-PL" dirty="0" smtClean="0"/>
              <a:t>Kontakt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Menu na górze strony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Po najechaniu na link zmienia się kolor jego tła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Użycie media </a:t>
            </a:r>
            <a:r>
              <a:rPr lang="pl-PL" dirty="0" err="1" smtClean="0"/>
              <a:t>query</a:t>
            </a:r>
            <a:r>
              <a:rPr lang="pl-PL" dirty="0" smtClean="0"/>
              <a:t>, jeżeli </a:t>
            </a:r>
            <a:r>
              <a:rPr lang="pl-PL" dirty="0" err="1" smtClean="0"/>
              <a:t>text</a:t>
            </a:r>
            <a:r>
              <a:rPr lang="pl-PL" dirty="0" smtClean="0"/>
              <a:t> nie będzie się mieścił to zamieniamy linki na przycisk menu, po naciśnięciu pojawia się menu </a:t>
            </a:r>
            <a:r>
              <a:rPr lang="pl-PL" dirty="0" err="1" smtClean="0"/>
              <a:t>pioniowe</a:t>
            </a:r>
            <a:r>
              <a:rPr lang="pl-PL" dirty="0" smtClean="0"/>
              <a:t> wysuwane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smtClean="0"/>
              <a:t>Każda osoba ma wybrać własny kolor tematyczny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Z</a:t>
            </a:r>
            <a:r>
              <a:rPr lang="pl-PL" dirty="0" smtClean="0"/>
              <a:t>naczniki semantyczne </a:t>
            </a:r>
            <a:r>
              <a:rPr lang="pl-PL" dirty="0" err="1" smtClean="0"/>
              <a:t>html</a:t>
            </a:r>
            <a:endParaRPr lang="pl-PL" dirty="0" smtClean="0"/>
          </a:p>
        </p:txBody>
      </p:sp>
    </p:spTree>
    <p:extLst>
      <p:ext uri="{BB962C8B-B14F-4D97-AF65-F5344CB8AC3E}">
        <p14:creationId xmlns:p14="http://schemas.microsoft.com/office/powerpoint/2010/main" val="3143175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dirty="0" smtClean="0">
                <a:latin typeface="Bahnschrift SemiBold SemiConden" panose="020B0502040204020203" pitchFamily="34" charset="0"/>
              </a:rPr>
              <a:t>KONIEC</a:t>
            </a:r>
            <a:endParaRPr lang="pl-PL" dirty="0"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0011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488</Words>
  <Application>Microsoft Office PowerPoint</Application>
  <PresentationFormat>Panoramiczny</PresentationFormat>
  <Paragraphs>140</Paragraphs>
  <Slides>16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4" baseType="lpstr">
      <vt:lpstr>Arial</vt:lpstr>
      <vt:lpstr>Bahnschrift Light</vt:lpstr>
      <vt:lpstr>Bahnschrift SemiBold SemiConden</vt:lpstr>
      <vt:lpstr>Calibri</vt:lpstr>
      <vt:lpstr>Calibri Light</vt:lpstr>
      <vt:lpstr>Impact</vt:lpstr>
      <vt:lpstr>Wingdings</vt:lpstr>
      <vt:lpstr>Motyw pakietu Office</vt:lpstr>
      <vt:lpstr>MENU</vt:lpstr>
      <vt:lpstr>Czym jest menu?</vt:lpstr>
      <vt:lpstr>Czego używamy do tworzenia menu</vt:lpstr>
      <vt:lpstr>Przykładowa struktura menu</vt:lpstr>
      <vt:lpstr>Rodzaje menu</vt:lpstr>
      <vt:lpstr>Menu poziome</vt:lpstr>
      <vt:lpstr>Menu poziome - ćwiczenie</vt:lpstr>
      <vt:lpstr>Menu pionowe</vt:lpstr>
      <vt:lpstr>Menu pionowe - ćwiczenie</vt:lpstr>
      <vt:lpstr>Porównanie</vt:lpstr>
      <vt:lpstr>Menu wielopoziomowe</vt:lpstr>
      <vt:lpstr>Jak tworzyć menu wielopoziomowe?</vt:lpstr>
      <vt:lpstr>Menu wielopoziomowe - ćwiczenie</vt:lpstr>
      <vt:lpstr>RWD Menu</vt:lpstr>
      <vt:lpstr>Menu responsywne - ćwiczenie</vt:lpstr>
      <vt:lpstr>KONIEC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</dc:title>
  <dc:creator>Kech Uri</dc:creator>
  <cp:lastModifiedBy>Kech Uri</cp:lastModifiedBy>
  <cp:revision>10</cp:revision>
  <dcterms:created xsi:type="dcterms:W3CDTF">2026-01-15T20:21:46Z</dcterms:created>
  <dcterms:modified xsi:type="dcterms:W3CDTF">2026-01-15T21:46:56Z</dcterms:modified>
</cp:coreProperties>
</file>