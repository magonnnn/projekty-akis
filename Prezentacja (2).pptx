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9350CE-8109-17CF-0198-4635EA2AF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C94DC60-8147-6489-6F6D-A3E737C73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9C93CC-E2C9-8A3C-F11A-0AE4AF6C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F868FEA-3A0C-331A-C88E-1576D6BD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372465-A05A-5189-3C91-2E067C98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2909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DF4C2F-102F-C734-9E4D-C33FAE6F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033A7D-A18B-7346-E861-09D55FD7B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05EFDEF-5858-8FE7-8EB1-42CAA8FC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E1F2D2-4FEA-1DC7-A142-8C773B25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44E164B-632B-DC2D-7EC1-8D94EEB3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869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5C42E0-C5DC-1DEE-0AE5-F7B8C994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E985FD5-62DB-AD4D-20F2-AA72B0A1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089BCA3-9A29-3E36-D354-8856F167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44CA0E-3988-50E6-50F0-C0CDF0C9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47927A-09E4-2584-AC48-CB3786E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198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DA6A53-187E-C03F-61B9-E1811FF3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3C9BBD-B073-6740-29CF-8DB72DFE1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A3F363F-55F8-6994-DD75-3344CEFDE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7031F2-DFA0-EE5A-1BDF-2ECAEB52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7B20FCD-9C5A-1CD8-CD00-02ED2194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FEEA396-F172-D7FB-87CC-59DB8C9A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229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538637-9EBF-1F88-497F-7610420F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6A9AD25-950C-41C6-6C99-A987B016F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9944CD5-E1CA-DD0E-E055-5984D1D37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1539B0D-EE22-FFD8-2725-6E52244B2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B7E1F81-7DD2-90FE-5970-69AE6B077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A740088-CFDD-BA8E-F3A0-2E37A01D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2CEA51D-F003-73CD-7211-E47ACEB0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674D6DF-ED29-8323-9C3B-004B4780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89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24784C-C735-2C2F-EB43-BDFE719E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DBDD83E-74B2-299F-B1F3-642B691C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78A8DBF-33F3-6500-FBA6-A6D272AA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4C48315-606E-6AB8-E22B-3A5D90A1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8494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0853755-8DB7-8C34-E7BB-1B104F8B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F05FBF1-F9E7-2F64-F241-17A9E19B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E72DB26-6B29-7E06-2FE0-79B5854C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298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514E67-162B-7188-2969-C34D69897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60FAE1-8A48-7E46-FB8D-C88BFA25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BE39B32-07FD-CF4A-6BA9-4DB87305B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69E896B-6180-8A3E-4A17-9ECBA85B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721956-C185-5223-7E60-FC1394CC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E13D3FE-4DEB-098C-0108-97073EE1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170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7E7514-513F-A6F6-30A3-3891378A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E43B755-A355-5B7D-6735-0A78D537B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088C44D-62D4-1F0F-BD50-5ACBFF153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2204CC8-5B92-C20A-DCC6-B51C26E4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48B2EFE-181B-0C7A-E3B0-54E942B6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7FF292-38A5-ECBB-92E2-FA385E2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810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5D050A-3B89-CC4F-6982-23A714CD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45EA8BF-B69C-0CDA-517C-FF6458AD0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BD30968-54FE-D715-7C18-FAF10D1C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75DB025-A73F-0F18-DACF-7F789D50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7ABF33-2B62-0588-4632-B7FA32FC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036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53332D6-773E-07BE-D989-78AA98B50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EBCC462-5EE0-96FF-3133-AB03E8318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417271-AAFD-43B0-13EC-26FB926C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6893F5-AABE-408C-B3FE-AA0E4234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22FEFC-F55E-B7E9-5699-66C2D87D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599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4E199C9-B2C1-DA4F-AFE2-21CE3AF3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DA3E275-8FDF-2C63-D247-0231BC8A8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4EF20FD-6263-0FAC-20C8-6B23C0199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D3A5C-203C-6449-91AC-7CD2CD881543}" type="datetimeFigureOut">
              <a:rPr lang="pl-PL" smtClean="0"/>
              <a:t>27.01.2026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2511BF-177F-2040-7272-981264AC4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58F053-F45E-24ED-5A25-890F9B298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FBEBA-A2AA-6244-A38A-2BC54D81510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179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2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15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8F8680BA-40D5-E886-73A5-F1A86BBC6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814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12433D55-E4CB-8FDC-9DD1-0FAF28317D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1825"/>
            <a:ext cx="121920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9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1E85E285-2A3B-EDD3-3D8D-B2C443CD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762" y="0"/>
            <a:ext cx="7695238" cy="68580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1B71A1B-8645-CC96-98F6-D231B8DF5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762" cy="6858000"/>
          </a:xfrm>
          <a:prstGeom prst="rect">
            <a:avLst/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52CFD138-62B3-372A-68E3-1F2D62C4F233}"/>
              </a:ext>
            </a:extLst>
          </p:cNvPr>
          <p:cNvSpPr/>
          <p:nvPr/>
        </p:nvSpPr>
        <p:spPr>
          <a:xfrm flipV="1">
            <a:off x="8313271" y="1804894"/>
            <a:ext cx="1171388" cy="340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FD227864-86B4-A50E-7358-B5A65C1EDA6E}"/>
              </a:ext>
            </a:extLst>
          </p:cNvPr>
          <p:cNvSpPr/>
          <p:nvPr/>
        </p:nvSpPr>
        <p:spPr>
          <a:xfrm flipV="1">
            <a:off x="5877860" y="3923553"/>
            <a:ext cx="1171388" cy="3406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31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73FE17BF-9F39-78A4-DB7B-26073C8AD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799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6B83628C-BE7B-9A10-BE6B-E56B6A42A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0"/>
            <a:ext cx="752839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7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81CF13E7-5A18-4017-1933-8D007CF5E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80518" cy="68580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53320C7-A729-609B-2958-66BE997C3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518" y="52387"/>
            <a:ext cx="52114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2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1BB90F-9B08-7EA7-E650-FBE06889D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9D4356E7-1174-941B-F068-108490570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27" y="601522"/>
            <a:ext cx="5654955" cy="5654955"/>
          </a:xfrm>
          <a:prstGeom prst="rect">
            <a:avLst/>
          </a:prstGeom>
        </p:spPr>
      </p:pic>
      <p:pic>
        <p:nvPicPr>
          <p:cNvPr id="6" name="Symbol zastępczy zawartości 3">
            <a:extLst>
              <a:ext uri="{FF2B5EF4-FFF2-40B4-BE49-F238E27FC236}">
                <a16:creationId xmlns:a16="http://schemas.microsoft.com/office/drawing/2014/main" id="{2EB3C74E-6CB4-BD50-C730-D2A7E23D5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1522"/>
            <a:ext cx="5654955" cy="565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97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EA2606-32A0-D900-9EA1-896F5A84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6F7D9BAC-306C-58C2-DA9E-E4348807A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67650" cy="353377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7E870CE-ED15-B5CB-FBBF-71804BF4F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45" y="0"/>
            <a:ext cx="5297955" cy="529795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49B60569-5A51-5C69-CE47-2181F8F3D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455" y="4893633"/>
            <a:ext cx="12219455" cy="196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4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27C0A5-F9D7-9054-6648-0C219860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083CECEE-381F-6464-40A4-4123AE3B1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72" y="0"/>
            <a:ext cx="4256219" cy="68580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D7CFB95-B8CB-4849-3635-2F283A0EA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7" y="2839308"/>
            <a:ext cx="5391198" cy="2238718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158B6E0-8930-111E-0D38-DCADBFC2CD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7" y="1362075"/>
            <a:ext cx="6589830" cy="147723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AE3C5476-B7C7-C39D-5180-DB0A735426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47" y="0"/>
            <a:ext cx="4791075" cy="13620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349F341-A8B1-E95D-67B6-008CB842DB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89" y="4097867"/>
            <a:ext cx="4905623" cy="276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940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Panoramiczny</PresentationFormat>
  <Slides>7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8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Michał Żołdak (2P)</dc:creator>
  <cp:lastModifiedBy>Michał Żołdak (2P)</cp:lastModifiedBy>
  <cp:revision>3</cp:revision>
  <dcterms:created xsi:type="dcterms:W3CDTF">2026-01-27T06:55:12Z</dcterms:created>
  <dcterms:modified xsi:type="dcterms:W3CDTF">2026-01-27T09:17:39Z</dcterms:modified>
</cp:coreProperties>
</file>